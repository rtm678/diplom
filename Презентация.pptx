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8288000" cy="10287000"/>
  <p:notesSz cx="6858000" cy="9144000"/>
  <p:embeddedFontLst>
    <p:embeddedFont>
      <p:font typeface="Agrandir Bold" pitchFamily="2" charset="0"/>
      <p:regular r:id="rId7"/>
      <p:bold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Poppins" pitchFamily="2" charset="0"/>
      <p:regular r:id="rId13"/>
      <p:bold r:id="rId14"/>
      <p:italic r:id="rId15"/>
      <p:boldItalic r:id="rId16"/>
    </p:embeddedFont>
    <p:embeddedFont>
      <p:font typeface="Poppins Italics" pitchFamily="2" charset="0"/>
      <p:regular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5" autoAdjust="0"/>
  </p:normalViewPr>
  <p:slideViewPr>
    <p:cSldViewPr>
      <p:cViewPr varScale="1">
        <p:scale>
          <a:sx n="78" d="100"/>
          <a:sy n="78" d="100"/>
        </p:scale>
        <p:origin x="38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svg"/><Relationship Id="rId7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svg"/><Relationship Id="rId7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-6124263" y="6357971"/>
            <a:ext cx="10172700" cy="10172700"/>
          </a:xfrm>
          <a:custGeom>
            <a:avLst/>
            <a:gdLst/>
            <a:ahLst/>
            <a:cxnLst/>
            <a:rect l="l" t="t" r="r" b="b"/>
            <a:pathLst>
              <a:path w="10172700" h="10172700">
                <a:moveTo>
                  <a:pt x="0" y="0"/>
                </a:moveTo>
                <a:lnTo>
                  <a:pt x="10172700" y="0"/>
                </a:lnTo>
                <a:lnTo>
                  <a:pt x="10172700" y="10172700"/>
                </a:lnTo>
                <a:lnTo>
                  <a:pt x="0" y="1017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116082" y="8603548"/>
            <a:ext cx="1143218" cy="654752"/>
          </a:xfrm>
          <a:custGeom>
            <a:avLst/>
            <a:gdLst/>
            <a:ahLst/>
            <a:cxnLst/>
            <a:rect l="l" t="t" r="r" b="b"/>
            <a:pathLst>
              <a:path w="1143218" h="654752">
                <a:moveTo>
                  <a:pt x="0" y="0"/>
                </a:moveTo>
                <a:lnTo>
                  <a:pt x="1143218" y="0"/>
                </a:lnTo>
                <a:lnTo>
                  <a:pt x="1143218" y="654752"/>
                </a:lnTo>
                <a:lnTo>
                  <a:pt x="0" y="654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02007" y="723900"/>
            <a:ext cx="1668398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4000" b="1" dirty="0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АВТОМНОМНАЯ НЕКОМЕРЧЕСКАЯ  ЧАСТНАЯ ПРОФЕССИОНАЛЬНАЯ ОРГАНИЗАЦИЯ «КРАСНОДАРСКИЙ КООПЕРАТИВНЫЙ ТЕХНИКУМ КРАЙПОТРЕБСОЮЗА»</a:t>
            </a:r>
            <a:endParaRPr lang="en-US" sz="4000" b="1" dirty="0">
              <a:solidFill>
                <a:srgbClr val="FF3131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9E9CDB8C-8C71-4D7F-B407-E1D54DDC6280}"/>
              </a:ext>
            </a:extLst>
          </p:cNvPr>
          <p:cNvSpPr txBox="1"/>
          <p:nvPr/>
        </p:nvSpPr>
        <p:spPr>
          <a:xfrm>
            <a:off x="8001000" y="5753100"/>
            <a:ext cx="10145871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4000" b="1" dirty="0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Работу выполнил студент </a:t>
            </a:r>
          </a:p>
          <a:p>
            <a:pPr algn="ctr"/>
            <a:r>
              <a:rPr lang="ru-RU" sz="4000" b="1" dirty="0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ГРУППА И-22-3</a:t>
            </a:r>
            <a:br>
              <a:rPr lang="ru-RU" sz="4000" b="1" dirty="0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</a:br>
            <a:r>
              <a:rPr lang="ru-RU" sz="4000" b="1" dirty="0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Колодченко Виталий Петрович</a:t>
            </a:r>
            <a:br>
              <a:rPr lang="en-US" sz="4000" b="1" dirty="0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</a:br>
            <a:r>
              <a:rPr lang="ru-RU" sz="4000" b="1" dirty="0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Руководитель Садовая О.С</a:t>
            </a:r>
            <a:endParaRPr lang="en-US" sz="4000" b="1" dirty="0">
              <a:solidFill>
                <a:srgbClr val="FF3131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0885C723-4F15-449C-9475-B06B14DA558C}"/>
              </a:ext>
            </a:extLst>
          </p:cNvPr>
          <p:cNvSpPr txBox="1"/>
          <p:nvPr/>
        </p:nvSpPr>
        <p:spPr>
          <a:xfrm>
            <a:off x="802007" y="3804722"/>
            <a:ext cx="16683985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4000" b="1" dirty="0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ТЕМА ДИПЛОМНОГО ПРОЕКТА: «РАЗРАБОТКА ИНТЕРАКТИВНОГО ИНТЕРНЕТ МАГАЗИНА МЕБЕЛИ С РАЗДЕЛЕНИЕМ ПРАВ ДРСТУПА»</a:t>
            </a:r>
            <a:endParaRPr lang="en-US" sz="4000" b="1" dirty="0">
              <a:solidFill>
                <a:srgbClr val="FF3131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2" name="TextBox 13">
            <a:extLst>
              <a:ext uri="{FF2B5EF4-FFF2-40B4-BE49-F238E27FC236}">
                <a16:creationId xmlns:a16="http://schemas.microsoft.com/office/drawing/2014/main" id="{4B11E8A0-4D3D-4252-2860-414AA0522BA8}"/>
              </a:ext>
            </a:extLst>
          </p:cNvPr>
          <p:cNvSpPr txBox="1"/>
          <p:nvPr/>
        </p:nvSpPr>
        <p:spPr>
          <a:xfrm>
            <a:off x="3200400" y="9048201"/>
            <a:ext cx="1014587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000" b="1" dirty="0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2025-2026 </a:t>
            </a:r>
            <a:r>
              <a:rPr lang="en-US" sz="4000" b="1" dirty="0" err="1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у</a:t>
            </a:r>
            <a:r>
              <a:rPr lang="ru-RU" sz="4000" b="1" dirty="0" err="1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чебный</a:t>
            </a:r>
            <a:r>
              <a:rPr lang="ru-RU" sz="4000" b="1" dirty="0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 год</a:t>
            </a:r>
            <a:endParaRPr lang="en-US" sz="4000" b="1" dirty="0">
              <a:solidFill>
                <a:srgbClr val="FF3131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68791" y="-3574451"/>
            <a:ext cx="7581018" cy="75810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375415" y="6296059"/>
            <a:ext cx="5072616" cy="0"/>
          </a:xfrm>
          <a:prstGeom prst="line">
            <a:avLst/>
          </a:prstGeom>
          <a:ln w="66675" cap="rnd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233549" y="6675506"/>
            <a:ext cx="4240761" cy="545824"/>
            <a:chOff x="0" y="0"/>
            <a:chExt cx="1116908" cy="1437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16908" cy="143756"/>
            </a:xfrm>
            <a:custGeom>
              <a:avLst/>
              <a:gdLst/>
              <a:ahLst/>
              <a:cxnLst/>
              <a:rect l="l" t="t" r="r" b="b"/>
              <a:pathLst>
                <a:path w="1116908" h="143756">
                  <a:moveTo>
                    <a:pt x="71878" y="0"/>
                  </a:moveTo>
                  <a:lnTo>
                    <a:pt x="1045030" y="0"/>
                  </a:lnTo>
                  <a:cubicBezTo>
                    <a:pt x="1084727" y="0"/>
                    <a:pt x="1116908" y="32181"/>
                    <a:pt x="1116908" y="71878"/>
                  </a:cubicBezTo>
                  <a:lnTo>
                    <a:pt x="1116908" y="71878"/>
                  </a:lnTo>
                  <a:cubicBezTo>
                    <a:pt x="1116908" y="90941"/>
                    <a:pt x="1109335" y="109224"/>
                    <a:pt x="1095856" y="122704"/>
                  </a:cubicBezTo>
                  <a:cubicBezTo>
                    <a:pt x="1082376" y="136183"/>
                    <a:pt x="1064093" y="143756"/>
                    <a:pt x="1045030" y="143756"/>
                  </a:cubicBezTo>
                  <a:lnTo>
                    <a:pt x="71878" y="143756"/>
                  </a:lnTo>
                  <a:cubicBezTo>
                    <a:pt x="52815" y="143756"/>
                    <a:pt x="34532" y="136183"/>
                    <a:pt x="21053" y="122704"/>
                  </a:cubicBezTo>
                  <a:cubicBezTo>
                    <a:pt x="7573" y="109224"/>
                    <a:pt x="0" y="90941"/>
                    <a:pt x="0" y="71878"/>
                  </a:cubicBezTo>
                  <a:lnTo>
                    <a:pt x="0" y="71878"/>
                  </a:lnTo>
                  <a:cubicBezTo>
                    <a:pt x="0" y="52815"/>
                    <a:pt x="7573" y="34532"/>
                    <a:pt x="21053" y="21053"/>
                  </a:cubicBezTo>
                  <a:cubicBezTo>
                    <a:pt x="34532" y="7573"/>
                    <a:pt x="52815" y="0"/>
                    <a:pt x="7187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1116908" cy="210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520306" y="-3549823"/>
            <a:ext cx="10040833" cy="10040833"/>
          </a:xfrm>
          <a:custGeom>
            <a:avLst/>
            <a:gdLst/>
            <a:ahLst/>
            <a:cxnLst/>
            <a:rect l="l" t="t" r="r" b="b"/>
            <a:pathLst>
              <a:path w="10040833" h="10040833">
                <a:moveTo>
                  <a:pt x="0" y="0"/>
                </a:moveTo>
                <a:lnTo>
                  <a:pt x="10040834" y="0"/>
                </a:lnTo>
                <a:lnTo>
                  <a:pt x="10040834" y="10040834"/>
                </a:lnTo>
                <a:lnTo>
                  <a:pt x="0" y="10040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6124263" y="6357971"/>
            <a:ext cx="10172700" cy="10172700"/>
          </a:xfrm>
          <a:custGeom>
            <a:avLst/>
            <a:gdLst/>
            <a:ahLst/>
            <a:cxnLst/>
            <a:rect l="l" t="t" r="r" b="b"/>
            <a:pathLst>
              <a:path w="10172700" h="10172700">
                <a:moveTo>
                  <a:pt x="0" y="0"/>
                </a:moveTo>
                <a:lnTo>
                  <a:pt x="10172700" y="0"/>
                </a:lnTo>
                <a:lnTo>
                  <a:pt x="10172700" y="10172700"/>
                </a:lnTo>
                <a:lnTo>
                  <a:pt x="0" y="1017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116082" y="8603548"/>
            <a:ext cx="1143218" cy="654752"/>
          </a:xfrm>
          <a:custGeom>
            <a:avLst/>
            <a:gdLst/>
            <a:ahLst/>
            <a:cxnLst/>
            <a:rect l="l" t="t" r="r" b="b"/>
            <a:pathLst>
              <a:path w="1143218" h="654752">
                <a:moveTo>
                  <a:pt x="0" y="0"/>
                </a:moveTo>
                <a:lnTo>
                  <a:pt x="1143218" y="0"/>
                </a:lnTo>
                <a:lnTo>
                  <a:pt x="1143218" y="654752"/>
                </a:lnTo>
                <a:lnTo>
                  <a:pt x="0" y="654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144000" y="2691867"/>
            <a:ext cx="8595878" cy="4931261"/>
          </a:xfrm>
          <a:custGeom>
            <a:avLst/>
            <a:gdLst/>
            <a:ahLst/>
            <a:cxnLst/>
            <a:rect l="l" t="t" r="r" b="b"/>
            <a:pathLst>
              <a:path w="8595878" h="4931261">
                <a:moveTo>
                  <a:pt x="0" y="0"/>
                </a:moveTo>
                <a:lnTo>
                  <a:pt x="8595878" y="0"/>
                </a:lnTo>
                <a:lnTo>
                  <a:pt x="8595878" y="4931260"/>
                </a:lnTo>
                <a:lnTo>
                  <a:pt x="0" y="49312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427" r="-5427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75415" y="3692241"/>
            <a:ext cx="7768585" cy="2541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Интернет магазин мебели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46946" y="6702673"/>
            <a:ext cx="1801491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i="1">
                <a:solidFill>
                  <a:srgbClr val="0B0A0A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МебельДом</a:t>
            </a:r>
          </a:p>
        </p:txBody>
      </p:sp>
    </p:spTree>
    <p:extLst>
      <p:ext uri="{BB962C8B-B14F-4D97-AF65-F5344CB8AC3E}">
        <p14:creationId xmlns:p14="http://schemas.microsoft.com/office/powerpoint/2010/main" val="3682179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283609">
            <a:off x="-3365013" y="7617192"/>
            <a:ext cx="7581018" cy="75810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283609">
            <a:off x="-3991717" y="5266583"/>
            <a:ext cx="10040833" cy="10040833"/>
          </a:xfrm>
          <a:custGeom>
            <a:avLst/>
            <a:gdLst/>
            <a:ahLst/>
            <a:cxnLst/>
            <a:rect l="l" t="t" r="r" b="b"/>
            <a:pathLst>
              <a:path w="10040833" h="10040833">
                <a:moveTo>
                  <a:pt x="0" y="0"/>
                </a:moveTo>
                <a:lnTo>
                  <a:pt x="10040834" y="0"/>
                </a:lnTo>
                <a:lnTo>
                  <a:pt x="10040834" y="10040834"/>
                </a:lnTo>
                <a:lnTo>
                  <a:pt x="0" y="10040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6" name="Freeform 6"/>
          <p:cNvSpPr/>
          <p:nvPr/>
        </p:nvSpPr>
        <p:spPr>
          <a:xfrm>
            <a:off x="16116082" y="8603548"/>
            <a:ext cx="1143218" cy="654752"/>
          </a:xfrm>
          <a:custGeom>
            <a:avLst/>
            <a:gdLst/>
            <a:ahLst/>
            <a:cxnLst/>
            <a:rect l="l" t="t" r="r" b="b"/>
            <a:pathLst>
              <a:path w="1143218" h="654752">
                <a:moveTo>
                  <a:pt x="0" y="0"/>
                </a:moveTo>
                <a:lnTo>
                  <a:pt x="1143218" y="0"/>
                </a:lnTo>
                <a:lnTo>
                  <a:pt x="1143218" y="654752"/>
                </a:lnTo>
                <a:lnTo>
                  <a:pt x="0" y="654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267583" y="-5469011"/>
            <a:ext cx="10040833" cy="10040833"/>
          </a:xfrm>
          <a:custGeom>
            <a:avLst/>
            <a:gdLst/>
            <a:ahLst/>
            <a:cxnLst/>
            <a:rect l="l" t="t" r="r" b="b"/>
            <a:pathLst>
              <a:path w="10040833" h="10040833">
                <a:moveTo>
                  <a:pt x="0" y="0"/>
                </a:moveTo>
                <a:lnTo>
                  <a:pt x="10040834" y="0"/>
                </a:lnTo>
                <a:lnTo>
                  <a:pt x="10040834" y="10040834"/>
                </a:lnTo>
                <a:lnTo>
                  <a:pt x="0" y="10040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876800" y="114300"/>
            <a:ext cx="7256980" cy="1087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 dirty="0" err="1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Цели</a:t>
            </a:r>
            <a:r>
              <a:rPr lang="en-US" sz="6800" b="1" dirty="0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 и </a:t>
            </a:r>
            <a:r>
              <a:rPr lang="en-US" sz="6800" b="1" dirty="0" err="1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задачи</a:t>
            </a:r>
            <a:endParaRPr lang="en-US" sz="6800" b="1" dirty="0">
              <a:solidFill>
                <a:srgbClr val="FF3131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280695" y="1263353"/>
            <a:ext cx="5193971" cy="8907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ru-RU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Проведен анализ предметной области интернет-магазинов мебели и определена целевая аудитория проекта; </a:t>
            </a:r>
            <a:endParaRPr lang="ru-RU" sz="2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ru-RU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Изучены существующие аналоги и их функциональные возможности; </a:t>
            </a:r>
            <a:endParaRPr lang="ru-RU" sz="2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ru-RU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Выбраны инструменты проектирования и среды разработки; </a:t>
            </a:r>
            <a:endParaRPr lang="ru-RU" sz="2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ru-RU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Определены современные технологии веб-разработки для реализации проекта; </a:t>
            </a:r>
            <a:endParaRPr lang="ru-RU" sz="2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ru-RU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Сформулированы функциональные и технические требования к веб-приложению; </a:t>
            </a:r>
            <a:endParaRPr lang="ru-RU" sz="2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ru-RU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Спроектирована структура сайта и база данных; </a:t>
            </a:r>
            <a:endParaRPr lang="ru-RU" sz="2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ru-RU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Реализован интерактивный интернет-магазин мебели с системой оформления заказов и административной панелью; </a:t>
            </a:r>
            <a:endParaRPr lang="ru-RU" sz="2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ru-RU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Проведено тестирование работоспособности разработанного веб-приложения. </a:t>
            </a:r>
            <a:endParaRPr lang="ru-RU" sz="2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3359"/>
              </a:lnSpc>
            </a:pPr>
            <a:endParaRPr lang="en-US" sz="2400" i="1" dirty="0">
              <a:solidFill>
                <a:srgbClr val="FF0000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68791" y="-3574451"/>
            <a:ext cx="7581018" cy="75810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520306" y="-3549823"/>
            <a:ext cx="10040833" cy="10040833"/>
          </a:xfrm>
          <a:custGeom>
            <a:avLst/>
            <a:gdLst/>
            <a:ahLst/>
            <a:cxnLst/>
            <a:rect l="l" t="t" r="r" b="b"/>
            <a:pathLst>
              <a:path w="10040833" h="10040833">
                <a:moveTo>
                  <a:pt x="0" y="0"/>
                </a:moveTo>
                <a:lnTo>
                  <a:pt x="10040834" y="0"/>
                </a:lnTo>
                <a:lnTo>
                  <a:pt x="10040834" y="10040834"/>
                </a:lnTo>
                <a:lnTo>
                  <a:pt x="0" y="10040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116082" y="8603548"/>
            <a:ext cx="1143218" cy="654752"/>
          </a:xfrm>
          <a:custGeom>
            <a:avLst/>
            <a:gdLst/>
            <a:ahLst/>
            <a:cxnLst/>
            <a:rect l="l" t="t" r="r" b="b"/>
            <a:pathLst>
              <a:path w="1143218" h="654752">
                <a:moveTo>
                  <a:pt x="0" y="0"/>
                </a:moveTo>
                <a:lnTo>
                  <a:pt x="1143218" y="0"/>
                </a:lnTo>
                <a:lnTo>
                  <a:pt x="1143218" y="654752"/>
                </a:lnTo>
                <a:lnTo>
                  <a:pt x="0" y="654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10501" y="7133731"/>
            <a:ext cx="2435039" cy="1217519"/>
          </a:xfrm>
          <a:custGeom>
            <a:avLst/>
            <a:gdLst/>
            <a:ahLst/>
            <a:cxnLst/>
            <a:rect l="l" t="t" r="r" b="b"/>
            <a:pathLst>
              <a:path w="2435039" h="1217519">
                <a:moveTo>
                  <a:pt x="0" y="0"/>
                </a:moveTo>
                <a:lnTo>
                  <a:pt x="2435039" y="0"/>
                </a:lnTo>
                <a:lnTo>
                  <a:pt x="2435039" y="1217519"/>
                </a:lnTo>
                <a:lnTo>
                  <a:pt x="0" y="12175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240815" y="6958201"/>
            <a:ext cx="1568578" cy="1568578"/>
          </a:xfrm>
          <a:custGeom>
            <a:avLst/>
            <a:gdLst/>
            <a:ahLst/>
            <a:cxnLst/>
            <a:rect l="l" t="t" r="r" b="b"/>
            <a:pathLst>
              <a:path w="1568578" h="1568578">
                <a:moveTo>
                  <a:pt x="0" y="0"/>
                </a:moveTo>
                <a:lnTo>
                  <a:pt x="1568578" y="0"/>
                </a:lnTo>
                <a:lnTo>
                  <a:pt x="1568578" y="1568578"/>
                </a:lnTo>
                <a:lnTo>
                  <a:pt x="0" y="15685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104668" y="7080290"/>
            <a:ext cx="1854161" cy="1324401"/>
          </a:xfrm>
          <a:custGeom>
            <a:avLst/>
            <a:gdLst/>
            <a:ahLst/>
            <a:cxnLst/>
            <a:rect l="l" t="t" r="r" b="b"/>
            <a:pathLst>
              <a:path w="1854161" h="1324401">
                <a:moveTo>
                  <a:pt x="0" y="0"/>
                </a:moveTo>
                <a:lnTo>
                  <a:pt x="1854161" y="0"/>
                </a:lnTo>
                <a:lnTo>
                  <a:pt x="1854161" y="1324401"/>
                </a:lnTo>
                <a:lnTo>
                  <a:pt x="0" y="13244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633029" y="2682992"/>
            <a:ext cx="9776808" cy="5059498"/>
          </a:xfrm>
          <a:custGeom>
            <a:avLst/>
            <a:gdLst/>
            <a:ahLst/>
            <a:cxnLst/>
            <a:rect l="l" t="t" r="r" b="b"/>
            <a:pathLst>
              <a:path w="9776808" h="5059498">
                <a:moveTo>
                  <a:pt x="0" y="0"/>
                </a:moveTo>
                <a:lnTo>
                  <a:pt x="9776808" y="0"/>
                </a:lnTo>
                <a:lnTo>
                  <a:pt x="9776808" y="5059498"/>
                </a:lnTo>
                <a:lnTo>
                  <a:pt x="0" y="50594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11847" y="1196882"/>
            <a:ext cx="6102557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i="1" dirty="0" err="1">
                <a:solidFill>
                  <a:srgbClr val="FF313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Объектом</a:t>
            </a:r>
            <a:r>
              <a:rPr lang="en-US" sz="2400" i="1" dirty="0">
                <a:solidFill>
                  <a:srgbClr val="FF313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400" i="1" dirty="0" err="1">
                <a:solidFill>
                  <a:srgbClr val="FF313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исследования</a:t>
            </a:r>
            <a:r>
              <a:rPr lang="en-US" sz="2400" i="1" dirty="0">
                <a:solidFill>
                  <a:srgbClr val="FF313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- </a:t>
            </a:r>
            <a:r>
              <a:rPr lang="en-US" sz="2400" i="1" dirty="0" err="1">
                <a:solidFill>
                  <a:srgbClr val="FF313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организация</a:t>
            </a:r>
            <a:r>
              <a:rPr lang="en-US" sz="2400" i="1" dirty="0">
                <a:solidFill>
                  <a:srgbClr val="FF313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400" i="1" dirty="0" err="1">
                <a:solidFill>
                  <a:srgbClr val="FF313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онлайн-продажи</a:t>
            </a:r>
            <a:r>
              <a:rPr lang="en-US" sz="2400" i="1" dirty="0">
                <a:solidFill>
                  <a:srgbClr val="FF313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400" i="1" dirty="0" err="1">
                <a:solidFill>
                  <a:srgbClr val="FF313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мебели</a:t>
            </a:r>
            <a:endParaRPr lang="en-US" sz="2400" i="1" dirty="0">
              <a:solidFill>
                <a:srgbClr val="FF3131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14279" y="2590452"/>
            <a:ext cx="5583080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400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Предмет</a:t>
            </a:r>
            <a:r>
              <a:rPr lang="en-US" sz="2400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исследования</a:t>
            </a:r>
            <a:r>
              <a:rPr lang="en-US" sz="2400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2400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технологии</a:t>
            </a:r>
            <a:r>
              <a:rPr lang="en-US" sz="2400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методы</a:t>
            </a:r>
            <a:r>
              <a:rPr lang="en-US" sz="2400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400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инструменты</a:t>
            </a:r>
            <a:r>
              <a:rPr lang="en-US" sz="2400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разработки</a:t>
            </a:r>
            <a:r>
              <a:rPr lang="en-US" sz="2400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современных</a:t>
            </a:r>
            <a:r>
              <a:rPr lang="en-US" sz="2400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веб-приложений</a:t>
            </a:r>
            <a:endParaRPr lang="en-US" sz="2400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12454" y="6056880"/>
            <a:ext cx="6625300" cy="434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2"/>
              </a:lnSpc>
            </a:pPr>
            <a:r>
              <a:rPr lang="en-US" sz="2373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Стек технологий для реализации проекта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7933" y="-436169"/>
            <a:ext cx="14932134" cy="6140458"/>
            <a:chOff x="0" y="0"/>
            <a:chExt cx="2268748" cy="9329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8748" cy="932964"/>
            </a:xfrm>
            <a:custGeom>
              <a:avLst/>
              <a:gdLst/>
              <a:ahLst/>
              <a:cxnLst/>
              <a:rect l="l" t="t" r="r" b="b"/>
              <a:pathLst>
                <a:path w="2268748" h="932964">
                  <a:moveTo>
                    <a:pt x="26961" y="0"/>
                  </a:moveTo>
                  <a:lnTo>
                    <a:pt x="2241787" y="0"/>
                  </a:lnTo>
                  <a:cubicBezTo>
                    <a:pt x="2248938" y="0"/>
                    <a:pt x="2255795" y="2840"/>
                    <a:pt x="2260851" y="7897"/>
                  </a:cubicBezTo>
                  <a:cubicBezTo>
                    <a:pt x="2265907" y="12953"/>
                    <a:pt x="2268748" y="19810"/>
                    <a:pt x="2268748" y="26961"/>
                  </a:cubicBezTo>
                  <a:lnTo>
                    <a:pt x="2268748" y="906004"/>
                  </a:lnTo>
                  <a:cubicBezTo>
                    <a:pt x="2268748" y="913154"/>
                    <a:pt x="2265907" y="920012"/>
                    <a:pt x="2260851" y="925068"/>
                  </a:cubicBezTo>
                  <a:cubicBezTo>
                    <a:pt x="2255795" y="930124"/>
                    <a:pt x="2248938" y="932964"/>
                    <a:pt x="2241787" y="932964"/>
                  </a:cubicBezTo>
                  <a:lnTo>
                    <a:pt x="26961" y="932964"/>
                  </a:lnTo>
                  <a:cubicBezTo>
                    <a:pt x="19810" y="932964"/>
                    <a:pt x="12953" y="930124"/>
                    <a:pt x="7897" y="925068"/>
                  </a:cubicBezTo>
                  <a:cubicBezTo>
                    <a:pt x="2840" y="920012"/>
                    <a:pt x="0" y="913154"/>
                    <a:pt x="0" y="906004"/>
                  </a:cubicBezTo>
                  <a:lnTo>
                    <a:pt x="0" y="26961"/>
                  </a:lnTo>
                  <a:cubicBezTo>
                    <a:pt x="0" y="19810"/>
                    <a:pt x="2840" y="12953"/>
                    <a:pt x="7897" y="7897"/>
                  </a:cubicBezTo>
                  <a:cubicBezTo>
                    <a:pt x="12953" y="2840"/>
                    <a:pt x="19810" y="0"/>
                    <a:pt x="26961" y="0"/>
                  </a:cubicBezTo>
                  <a:close/>
                </a:path>
              </a:pathLst>
            </a:custGeom>
            <a:blipFill>
              <a:blip r:embed="rId2"/>
              <a:stretch>
                <a:fillRect t="-12921" b="-1292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418136" y="6130391"/>
            <a:ext cx="7311190" cy="194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Главная страница сайта</a:t>
            </a:r>
          </a:p>
        </p:txBody>
      </p:sp>
      <p:sp>
        <p:nvSpPr>
          <p:cNvPr id="5" name="Freeform 5"/>
          <p:cNvSpPr/>
          <p:nvPr/>
        </p:nvSpPr>
        <p:spPr>
          <a:xfrm>
            <a:off x="16116082" y="8603548"/>
            <a:ext cx="1143218" cy="654752"/>
          </a:xfrm>
          <a:custGeom>
            <a:avLst/>
            <a:gdLst/>
            <a:ahLst/>
            <a:cxnLst/>
            <a:rect l="l" t="t" r="r" b="b"/>
            <a:pathLst>
              <a:path w="1143218" h="654752">
                <a:moveTo>
                  <a:pt x="0" y="0"/>
                </a:moveTo>
                <a:lnTo>
                  <a:pt x="1143218" y="0"/>
                </a:lnTo>
                <a:lnTo>
                  <a:pt x="1143218" y="654752"/>
                </a:lnTo>
                <a:lnTo>
                  <a:pt x="0" y="6547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3468791" y="-3574451"/>
            <a:ext cx="7581018" cy="758101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520306" y="-3549823"/>
            <a:ext cx="10040833" cy="10040833"/>
          </a:xfrm>
          <a:custGeom>
            <a:avLst/>
            <a:gdLst/>
            <a:ahLst/>
            <a:cxnLst/>
            <a:rect l="l" t="t" r="r" b="b"/>
            <a:pathLst>
              <a:path w="10040833" h="10040833">
                <a:moveTo>
                  <a:pt x="0" y="0"/>
                </a:moveTo>
                <a:lnTo>
                  <a:pt x="10040834" y="0"/>
                </a:lnTo>
                <a:lnTo>
                  <a:pt x="10040834" y="10040834"/>
                </a:lnTo>
                <a:lnTo>
                  <a:pt x="0" y="100408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5020417" y="6533482"/>
            <a:ext cx="10040833" cy="10040833"/>
          </a:xfrm>
          <a:custGeom>
            <a:avLst/>
            <a:gdLst/>
            <a:ahLst/>
            <a:cxnLst/>
            <a:rect l="l" t="t" r="r" b="b"/>
            <a:pathLst>
              <a:path w="10040833" h="10040833">
                <a:moveTo>
                  <a:pt x="0" y="0"/>
                </a:moveTo>
                <a:lnTo>
                  <a:pt x="10040834" y="0"/>
                </a:lnTo>
                <a:lnTo>
                  <a:pt x="10040834" y="10040833"/>
                </a:lnTo>
                <a:lnTo>
                  <a:pt x="0" y="100408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852395" y="6561239"/>
            <a:ext cx="6757672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Сайт предоставляет пользователям возможность просматривать каталог мебели, переходить к карточкам товаров, добавлять товары в корзину и оформлять заказы с указанием адреса доставки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2E353D"/>
      </a:dk1>
      <a:lt1>
        <a:sysClr val="window" lastClr="F9F9FB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169</Words>
  <Application>Microsoft Macintosh PowerPoint</Application>
  <PresentationFormat>Произвольный</PresentationFormat>
  <Paragraphs>21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Agrandir Bold</vt:lpstr>
      <vt:lpstr>Arial</vt:lpstr>
      <vt:lpstr>Times New Roman</vt:lpstr>
      <vt:lpstr>Calibri</vt:lpstr>
      <vt:lpstr>Poppins Italics</vt:lpstr>
      <vt:lpstr>Poppins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and Black Modern Creative Portfolio Presentation</dc:title>
  <cp:lastModifiedBy>Вешкин Виктор</cp:lastModifiedBy>
  <cp:revision>7</cp:revision>
  <dcterms:created xsi:type="dcterms:W3CDTF">2006-08-16T00:00:00Z</dcterms:created>
  <dcterms:modified xsi:type="dcterms:W3CDTF">2026-06-08T10:49:28Z</dcterms:modified>
  <dc:identifier>DAHL9VLpFQY</dc:identifier>
</cp:coreProperties>
</file>